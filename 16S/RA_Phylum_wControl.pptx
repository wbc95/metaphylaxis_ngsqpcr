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2"/>
    <p:restoredTop sz="94679"/>
  </p:normalViewPr>
  <p:slideViewPr>
    <p:cSldViewPr snapToGrid="0">
      <p:cViewPr varScale="1">
        <p:scale>
          <a:sx n="153" d="100"/>
          <a:sy n="153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8A04-0C82-294E-71E8-450F86922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14576-B17E-389D-78D7-3373ED778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EE0E4-4A16-F21C-A1DD-F632CEB9F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D835F-327E-D75A-605A-216A0A6A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DDD94-D7ED-8F34-33D7-8C494A35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5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89602-7BFC-7CBC-043B-D9211D83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019C-A3CA-60EC-3E17-BEEAB75FA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CC5DD-D286-5B8E-4B16-548BB1177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2A498-FB58-C2FD-49B4-EACF62407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E0529-A004-A038-8838-73F5E1D2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4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9275-F094-1B22-4F96-CF17D7780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608BE-380A-EEB4-185F-1F08B0EC1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8F02E-B518-7BFF-D21E-1297DBC8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8FC68-7B49-C8FC-EA0D-8B8E0765A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622AF-D683-DEDA-7517-67D65E6A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5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A63DF-B4CB-01DF-7EC8-E37681E23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EE90B-2680-6EF6-3744-99A15C559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03A18-0750-EB5F-1897-1B5AD9478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CB211-731D-9038-977E-DD457B6D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E315C-D4A2-E3EF-2225-2EE0AE821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035A8-CAB7-A5C5-8BFC-0AE6540A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DE6A-BE77-3D7C-A5D1-A5B8B505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36928-A96B-6DD9-BA64-6708E5442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0515D-B54B-73BA-32F2-0AFD5E707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409432-8C3C-7271-38A0-D06D2B3E8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FB8BD-8018-DE49-E33A-B9F65A279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2F4FA2-9D3B-9E51-1C5E-A9185B9A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F8658-BF8E-760C-210C-CD95B56F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39AEC-810D-9F22-2BC9-E5C0DF67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781A-77DF-D644-4B82-B6187B09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8EE6D-BECE-1060-8D3D-C6281907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ECA36-173C-4902-CFD0-2B051067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735B0-6831-46CA-0725-CC3E9DD6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2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7EB0EE-3ED2-4980-5A56-0AC33BD2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ECA89-2F8A-4641-D991-559798E0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75204-41CE-982E-E3B6-194E4050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0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4B5E-8AD1-50B6-60FA-E1769BC59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BB925-FFA6-1DE3-9F96-3C0C227A4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3DD32-F409-50FA-0C96-1514195E3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4D077-1666-4D26-CCD2-0078B118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9E845-B043-B0C6-967E-874E5AC37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9290C-9BC2-4E73-AD3E-9521E408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7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B99C-EC9D-65BE-20E3-2F84993C9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9EF889-2516-122B-E244-100D87646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63824-4121-5970-1F40-AAAFD7778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404E3-ADC2-9F45-B292-C935692A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A45AF-6D77-76B2-AA40-4FDF460E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6B5C5-D8FC-2BC9-A67A-83E8F4BE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7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FEC84-FB12-26A5-CEB9-2E1426CC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9E960-4C7D-6642-C17C-C41FB2DF0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F0DD0-F2E9-5354-FB78-0F22010F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54BF7-42D7-D010-2417-35869130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02E11-AFB3-92CE-EBA1-1E244720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2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4CC09-7B1A-CD37-633A-434BB52BE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89D9F-F385-7213-27CA-7EA7AFC4E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D308D-40A3-0CD8-41A9-CC57A023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45449-0484-AE63-CDCC-13C41DD0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9CFFD-FC03-9723-3BA5-242A97E7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55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65B0F-A852-54A5-3CC3-C7B6C5B9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95A96-6E8E-0573-E5C9-B4EAE344B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63189-9D1D-A515-B71A-63C435CFC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A3C76-4710-D246-9D4D-E6DD9BF2AFF2}" type="datetimeFigureOut">
              <a:rPr lang="en-US" smtClean="0"/>
              <a:t>6/2/23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8DB7D-4560-D075-FA26-2478AA8A9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A1D30-28FF-C300-A9AF-54B97E78B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E5693-42C0-C348-9104-1F67C8AC5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7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DDA81F-F063-CEB1-1F86-A618BF18C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29" y="158695"/>
            <a:ext cx="11924271" cy="65406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FC0536-7AFB-5EB8-DD75-A3A33F0F0B0F}"/>
              </a:ext>
            </a:extLst>
          </p:cNvPr>
          <p:cNvSpPr/>
          <p:nvPr/>
        </p:nvSpPr>
        <p:spPr>
          <a:xfrm>
            <a:off x="6386851" y="5908534"/>
            <a:ext cx="94593" cy="6096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6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Crosby, Will</dc:creator>
  <cp:lastModifiedBy>Crosby, Will</cp:lastModifiedBy>
  <cp:revision>1</cp:revision>
  <dcterms:created xsi:type="dcterms:W3CDTF">2023-06-02T14:08:20Z</dcterms:created>
  <dcterms:modified xsi:type="dcterms:W3CDTF">2023-06-02T14:10:28Z</dcterms:modified>
</cp:coreProperties>
</file>